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35" d="100"/>
          <a:sy n="135" d="100"/>
        </p:scale>
        <p:origin x="2120" y="-3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AC6CE-3E18-444E-A039-1CC25406049B}" type="datetimeFigureOut">
              <a:rPr kumimoji="1" lang="ko-KR" altLang="en-US" smtClean="0"/>
              <a:t>2025. 12. 9.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5D3CD-B5C2-5A42-9EEA-22C4D1C967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88784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AC6CE-3E18-444E-A039-1CC25406049B}" type="datetimeFigureOut">
              <a:rPr kumimoji="1" lang="ko-KR" altLang="en-US" smtClean="0"/>
              <a:t>2025. 12. 9.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5D3CD-B5C2-5A42-9EEA-22C4D1C967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409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AC6CE-3E18-444E-A039-1CC25406049B}" type="datetimeFigureOut">
              <a:rPr kumimoji="1" lang="ko-KR" altLang="en-US" smtClean="0"/>
              <a:t>2025. 12. 9.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5D3CD-B5C2-5A42-9EEA-22C4D1C967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7876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AC6CE-3E18-444E-A039-1CC25406049B}" type="datetimeFigureOut">
              <a:rPr kumimoji="1" lang="ko-KR" altLang="en-US" smtClean="0"/>
              <a:t>2025. 12. 9.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5D3CD-B5C2-5A42-9EEA-22C4D1C967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95731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AC6CE-3E18-444E-A039-1CC25406049B}" type="datetimeFigureOut">
              <a:rPr kumimoji="1" lang="ko-KR" altLang="en-US" smtClean="0"/>
              <a:t>2025. 12. 9.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5D3CD-B5C2-5A42-9EEA-22C4D1C967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94412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AC6CE-3E18-444E-A039-1CC25406049B}" type="datetimeFigureOut">
              <a:rPr kumimoji="1" lang="ko-KR" altLang="en-US" smtClean="0"/>
              <a:t>2025. 12. 9.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5D3CD-B5C2-5A42-9EEA-22C4D1C967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72603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AC6CE-3E18-444E-A039-1CC25406049B}" type="datetimeFigureOut">
              <a:rPr kumimoji="1" lang="ko-KR" altLang="en-US" smtClean="0"/>
              <a:t>2025. 12. 9.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5D3CD-B5C2-5A42-9EEA-22C4D1C967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927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AC6CE-3E18-444E-A039-1CC25406049B}" type="datetimeFigureOut">
              <a:rPr kumimoji="1" lang="ko-KR" altLang="en-US" smtClean="0"/>
              <a:t>2025. 12. 9.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5D3CD-B5C2-5A42-9EEA-22C4D1C967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84399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AC6CE-3E18-444E-A039-1CC25406049B}" type="datetimeFigureOut">
              <a:rPr kumimoji="1" lang="ko-KR" altLang="en-US" smtClean="0"/>
              <a:t>2025. 12. 9.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5D3CD-B5C2-5A42-9EEA-22C4D1C967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56637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AC6CE-3E18-444E-A039-1CC25406049B}" type="datetimeFigureOut">
              <a:rPr kumimoji="1" lang="ko-KR" altLang="en-US" smtClean="0"/>
              <a:t>2025. 12. 9.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5D3CD-B5C2-5A42-9EEA-22C4D1C967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1809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AC6CE-3E18-444E-A039-1CC25406049B}" type="datetimeFigureOut">
              <a:rPr kumimoji="1" lang="ko-KR" altLang="en-US" smtClean="0"/>
              <a:t>2025. 12. 9.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5D3CD-B5C2-5A42-9EEA-22C4D1C967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73082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AC6CE-3E18-444E-A039-1CC25406049B}" type="datetimeFigureOut">
              <a:rPr kumimoji="1" lang="ko-KR" altLang="en-US" smtClean="0"/>
              <a:t>2025. 12. 9.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65D3CD-B5C2-5A42-9EEA-22C4D1C967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7808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DBF668-C10B-C942-69C3-E63942007D97}"/>
              </a:ext>
            </a:extLst>
          </p:cNvPr>
          <p:cNvSpPr txBox="1"/>
          <p:nvPr/>
        </p:nvSpPr>
        <p:spPr>
          <a:xfrm>
            <a:off x="0" y="0"/>
            <a:ext cx="235192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b="1" dirty="0">
                <a:latin typeface="+mn-ea"/>
              </a:rPr>
              <a:t>2025</a:t>
            </a:r>
            <a:r>
              <a:rPr kumimoji="1" lang="ko-KR" altLang="en-US" sz="1050" b="1" dirty="0">
                <a:latin typeface="+mn-ea"/>
              </a:rPr>
              <a:t>년 </a:t>
            </a:r>
            <a:r>
              <a:rPr kumimoji="1" lang="en-US" altLang="ko-KR" sz="1050" b="1" dirty="0">
                <a:latin typeface="+mn-ea"/>
              </a:rPr>
              <a:t>12</a:t>
            </a:r>
            <a:r>
              <a:rPr kumimoji="1" lang="ko-KR" altLang="en-US" sz="1050" b="1" dirty="0">
                <a:latin typeface="+mn-ea"/>
              </a:rPr>
              <a:t>월 </a:t>
            </a:r>
            <a:r>
              <a:rPr kumimoji="1" lang="en-US" altLang="ko-KR" sz="1050" b="1" dirty="0">
                <a:latin typeface="+mn-ea"/>
              </a:rPr>
              <a:t>09</a:t>
            </a:r>
            <a:r>
              <a:rPr kumimoji="1" lang="ko-KR" altLang="en-US" sz="1050" b="1" dirty="0">
                <a:latin typeface="+mn-ea"/>
              </a:rPr>
              <a:t>일 성능 프로파일링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7EAA44-DBCA-E82B-88F6-B3AE3CA4CF3C}"/>
              </a:ext>
            </a:extLst>
          </p:cNvPr>
          <p:cNvSpPr txBox="1"/>
          <p:nvPr/>
        </p:nvSpPr>
        <p:spPr>
          <a:xfrm>
            <a:off x="4366612" y="0"/>
            <a:ext cx="2491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ko-KR" altLang="en-US" sz="1000" b="1" dirty="0">
                <a:latin typeface="+mn-ea"/>
              </a:rPr>
              <a:t>실행 환경</a:t>
            </a:r>
            <a:r>
              <a:rPr kumimoji="1" lang="en-US" altLang="ko-KR" sz="1000" b="1" dirty="0">
                <a:latin typeface="+mn-ea"/>
              </a:rPr>
              <a:t>: Firefox 145 – macOS 26.1.0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0564A-18B6-0918-64D0-01443994EEA0}"/>
              </a:ext>
            </a:extLst>
          </p:cNvPr>
          <p:cNvSpPr txBox="1"/>
          <p:nvPr/>
        </p:nvSpPr>
        <p:spPr>
          <a:xfrm>
            <a:off x="3757471" y="9652084"/>
            <a:ext cx="310052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ko-KR" altLang="en-US" sz="1050" b="1" dirty="0">
                <a:latin typeface="+mn-ea"/>
              </a:rPr>
              <a:t>작성자</a:t>
            </a:r>
            <a:r>
              <a:rPr kumimoji="1" lang="en-US" altLang="ko-KR" sz="1050" b="1" dirty="0">
                <a:latin typeface="+mn-ea"/>
              </a:rPr>
              <a:t>:</a:t>
            </a:r>
            <a:r>
              <a:rPr kumimoji="1" lang="ko-KR" altLang="en-US" sz="1050" b="1" dirty="0">
                <a:latin typeface="+mn-ea"/>
              </a:rPr>
              <a:t> </a:t>
            </a:r>
            <a:r>
              <a:rPr kumimoji="1" lang="en-US" altLang="ko-KR" sz="1050" b="1" dirty="0">
                <a:latin typeface="+mn-ea"/>
              </a:rPr>
              <a:t>HK416 &lt;powerspirit127@gmail.com&gt;</a:t>
            </a:r>
            <a:endParaRPr kumimoji="1" lang="ko-KR" altLang="en-US" sz="105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0B890-90F6-E0A3-8FD8-83510E978DD6}"/>
              </a:ext>
            </a:extLst>
          </p:cNvPr>
          <p:cNvSpPr txBox="1"/>
          <p:nvPr/>
        </p:nvSpPr>
        <p:spPr>
          <a:xfrm>
            <a:off x="336848" y="725780"/>
            <a:ext cx="30812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b="1" dirty="0">
                <a:latin typeface="+mn-ea"/>
              </a:rPr>
              <a:t>Gemini 3.0</a:t>
            </a:r>
            <a:r>
              <a:rPr kumimoji="1" lang="ko-KR" altLang="en-US" sz="1100" b="1" dirty="0" err="1">
                <a:latin typeface="+mn-ea"/>
              </a:rPr>
              <a:t>으로</a:t>
            </a:r>
            <a:r>
              <a:rPr kumimoji="1" lang="ko-KR" altLang="en-US" sz="1100" b="1" dirty="0">
                <a:latin typeface="+mn-ea"/>
              </a:rPr>
              <a:t> 분석한 프로파일 데이터 분석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5B4EEBB-A1A2-C042-4CF3-89BA2CCEC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147950"/>
              </p:ext>
            </p:extLst>
          </p:nvPr>
        </p:nvGraphicFramePr>
        <p:xfrm>
          <a:off x="336848" y="987390"/>
          <a:ext cx="6184304" cy="8099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6758">
                  <a:extLst>
                    <a:ext uri="{9D8B030D-6E8A-4147-A177-3AD203B41FA5}">
                      <a16:colId xmlns:a16="http://schemas.microsoft.com/office/drawing/2014/main" val="2528278621"/>
                    </a:ext>
                  </a:extLst>
                </a:gridCol>
                <a:gridCol w="5467546">
                  <a:extLst>
                    <a:ext uri="{9D8B030D-6E8A-4147-A177-3AD203B41FA5}">
                      <a16:colId xmlns:a16="http://schemas.microsoft.com/office/drawing/2014/main" val="2908077056"/>
                    </a:ext>
                  </a:extLst>
                </a:gridCol>
              </a:tblGrid>
              <a:tr h="2699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문제점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과도한 </a:t>
                      </a:r>
                      <a:r>
                        <a:rPr lang="en-US" altLang="ko-KR" sz="1000" dirty="0" err="1"/>
                        <a:t>setTimeout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및 </a:t>
                      </a:r>
                      <a:r>
                        <a:rPr lang="en-US" altLang="ko-KR" sz="1000" dirty="0" err="1"/>
                        <a:t>setInterval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함수 호출 </a:t>
                      </a:r>
                      <a:r>
                        <a:rPr lang="en-US" altLang="ko-KR" sz="1000" dirty="0"/>
                        <a:t>(JavaScript </a:t>
                      </a:r>
                      <a:r>
                        <a:rPr lang="ko-KR" altLang="en-US" sz="1000" dirty="0"/>
                        <a:t>병목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1442513"/>
                  </a:ext>
                </a:extLst>
              </a:tr>
              <a:tr h="2699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Bevy </a:t>
                      </a:r>
                      <a:r>
                        <a:rPr lang="ko-KR" altLang="en-US" sz="1000" dirty="0"/>
                        <a:t>비동기 작업 스케줄러의 잦은 짧은 간격의 타이머 호출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7079345"/>
                  </a:ext>
                </a:extLst>
              </a:tr>
              <a:tr h="2699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현상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프레임 드롭을 유발할 수 있음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기기의 발열 유발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배터리 소모가 </a:t>
                      </a:r>
                      <a:r>
                        <a:rPr lang="ko-KR" altLang="en-US" sz="1000" dirty="0" err="1"/>
                        <a:t>심해짐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5352596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97BDA91E-42B5-BC62-04F6-02E184865B72}"/>
              </a:ext>
            </a:extLst>
          </p:cNvPr>
          <p:cNvGrpSpPr/>
          <p:nvPr/>
        </p:nvGrpSpPr>
        <p:grpSpPr>
          <a:xfrm>
            <a:off x="1322109" y="2161168"/>
            <a:ext cx="4213781" cy="2206318"/>
            <a:chOff x="1311250" y="1953778"/>
            <a:chExt cx="4213781" cy="2206318"/>
          </a:xfrm>
        </p:grpSpPr>
        <p:pic>
          <p:nvPicPr>
            <p:cNvPr id="8" name="그림 7" descr="스크린샷, 소프트웨어, 텍스트, 멀티미디어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000CFA6-893C-3AF8-3EEA-974F4D61B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1250" y="1953778"/>
              <a:ext cx="4213781" cy="2098596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962C29-5EE9-DE06-A22D-275DB974B826}"/>
                </a:ext>
              </a:extLst>
            </p:cNvPr>
            <p:cNvSpPr txBox="1"/>
            <p:nvPr/>
          </p:nvSpPr>
          <p:spPr>
            <a:xfrm>
              <a:off x="2759145" y="3944652"/>
              <a:ext cx="169950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>
                  <a:latin typeface="+mn-ea"/>
                </a:rPr>
                <a:t>[</a:t>
              </a:r>
              <a:r>
                <a:rPr kumimoji="1" lang="ko-KR" altLang="en-US" sz="800" dirty="0">
                  <a:latin typeface="+mn-ea"/>
                </a:rPr>
                <a:t>그림 </a:t>
              </a:r>
              <a:r>
                <a:rPr kumimoji="1" lang="en-US" altLang="ko-KR" sz="800" dirty="0">
                  <a:latin typeface="+mn-ea"/>
                </a:rPr>
                <a:t>1]</a:t>
              </a:r>
              <a:r>
                <a:rPr kumimoji="1" lang="ko-KR" altLang="en-US" sz="800" dirty="0">
                  <a:latin typeface="+mn-ea"/>
                </a:rPr>
                <a:t> 개선 전 </a:t>
              </a:r>
              <a:r>
                <a:rPr kumimoji="1" lang="en-US" altLang="ko-KR" sz="800" dirty="0">
                  <a:latin typeface="+mn-ea"/>
                </a:rPr>
                <a:t>Firefox Profiling</a:t>
              </a:r>
              <a:endParaRPr kumimoji="1" lang="ko-KR" altLang="en-US" sz="800" dirty="0">
                <a:latin typeface="+mn-ea"/>
              </a:endParaRPr>
            </a:p>
          </p:txBody>
        </p:sp>
      </p:grp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20C28FE-0A66-3E60-CA2F-226CE35A37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724818"/>
              </p:ext>
            </p:extLst>
          </p:nvPr>
        </p:nvGraphicFramePr>
        <p:xfrm>
          <a:off x="325989" y="5024254"/>
          <a:ext cx="6184304" cy="8099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6758">
                  <a:extLst>
                    <a:ext uri="{9D8B030D-6E8A-4147-A177-3AD203B41FA5}">
                      <a16:colId xmlns:a16="http://schemas.microsoft.com/office/drawing/2014/main" val="2528278621"/>
                    </a:ext>
                  </a:extLst>
                </a:gridCol>
                <a:gridCol w="5467546">
                  <a:extLst>
                    <a:ext uri="{9D8B030D-6E8A-4147-A177-3AD203B41FA5}">
                      <a16:colId xmlns:a16="http://schemas.microsoft.com/office/drawing/2014/main" val="2908077056"/>
                    </a:ext>
                  </a:extLst>
                </a:gridCol>
              </a:tblGrid>
              <a:tr h="2699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해결 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특정 시스템을 </a:t>
                      </a:r>
                      <a:r>
                        <a:rPr lang="en-US" altLang="ko-KR" sz="1000" dirty="0" err="1"/>
                        <a:t>FixedUpdate</a:t>
                      </a:r>
                      <a:r>
                        <a:rPr lang="ko-KR" altLang="en-US" sz="1000" dirty="0"/>
                        <a:t> 스케줄을 사용하여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프레임 속도와 무관하게 일정한 간격으로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1442513"/>
                  </a:ext>
                </a:extLst>
              </a:tr>
              <a:tr h="2699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조치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dirty="0" err="1">
                          <a:latin typeface="+mn-ea"/>
                        </a:rPr>
                        <a:t>InGame</a:t>
                      </a:r>
                      <a:r>
                        <a:rPr kumimoji="1" lang="ko-KR" altLang="en-US" sz="1000" dirty="0">
                          <a:latin typeface="+mn-ea"/>
                        </a:rPr>
                        <a:t> 시스템 </a:t>
                      </a:r>
                      <a:r>
                        <a:rPr kumimoji="1" lang="en-US" altLang="ko-KR" sz="1000" dirty="0">
                          <a:latin typeface="+mn-ea"/>
                        </a:rPr>
                        <a:t>`</a:t>
                      </a:r>
                      <a:r>
                        <a:rPr kumimoji="1" lang="en-US" altLang="ko-KR" sz="1000" dirty="0" err="1">
                          <a:latin typeface="+mn-ea"/>
                        </a:rPr>
                        <a:t>check_collisions</a:t>
                      </a:r>
                      <a:r>
                        <a:rPr kumimoji="1" lang="en-US" altLang="ko-KR" sz="1000" dirty="0">
                          <a:latin typeface="+mn-ea"/>
                        </a:rPr>
                        <a:t>`</a:t>
                      </a:r>
                      <a:r>
                        <a:rPr kumimoji="1" lang="ko-KR" altLang="en-US" sz="1000" dirty="0">
                          <a:latin typeface="+mn-ea"/>
                        </a:rPr>
                        <a:t>을 </a:t>
                      </a:r>
                      <a:r>
                        <a:rPr kumimoji="1" lang="en-US" altLang="ko-KR" sz="1000" dirty="0">
                          <a:latin typeface="+mn-ea"/>
                        </a:rPr>
                        <a:t>Update</a:t>
                      </a:r>
                      <a:r>
                        <a:rPr kumimoji="1" lang="ko-KR" altLang="en-US" sz="1000" dirty="0">
                          <a:latin typeface="+mn-ea"/>
                        </a:rPr>
                        <a:t>에서 </a:t>
                      </a:r>
                      <a:r>
                        <a:rPr kumimoji="1" lang="en-US" altLang="ko-KR" sz="1000" dirty="0" err="1">
                          <a:latin typeface="+mn-ea"/>
                        </a:rPr>
                        <a:t>FixedUpdate</a:t>
                      </a:r>
                      <a:r>
                        <a:rPr kumimoji="1" lang="ko-KR" altLang="en-US" sz="1000" dirty="0">
                          <a:latin typeface="+mn-ea"/>
                        </a:rPr>
                        <a:t> 스케줄로 변경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9095222"/>
                  </a:ext>
                </a:extLst>
              </a:tr>
              <a:tr h="2699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결과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dirty="0">
                          <a:latin typeface="+mn-ea"/>
                        </a:rPr>
                        <a:t>CPU</a:t>
                      </a:r>
                      <a:r>
                        <a:rPr kumimoji="1" lang="ko-KR" altLang="en-US" sz="1000" dirty="0">
                          <a:latin typeface="+mn-ea"/>
                        </a:rPr>
                        <a:t> 부하를 줄이고</a:t>
                      </a:r>
                      <a:r>
                        <a:rPr kumimoji="1" lang="en-US" altLang="ko-KR" sz="1000" dirty="0">
                          <a:latin typeface="+mn-ea"/>
                        </a:rPr>
                        <a:t>,</a:t>
                      </a:r>
                      <a:r>
                        <a:rPr kumimoji="1" lang="ko-KR" altLang="en-US" sz="1000" dirty="0">
                          <a:latin typeface="+mn-ea"/>
                        </a:rPr>
                        <a:t> 불필요한 연산을 감소시킴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4226818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5EFF3B1F-2FC3-CF4A-C376-D29639EA6359}"/>
              </a:ext>
            </a:extLst>
          </p:cNvPr>
          <p:cNvGrpSpPr/>
          <p:nvPr/>
        </p:nvGrpSpPr>
        <p:grpSpPr>
          <a:xfrm>
            <a:off x="1322109" y="6493438"/>
            <a:ext cx="4217394" cy="2201890"/>
            <a:chOff x="1322109" y="5840848"/>
            <a:chExt cx="4217394" cy="2201890"/>
          </a:xfrm>
        </p:grpSpPr>
        <p:pic>
          <p:nvPicPr>
            <p:cNvPr id="16" name="그림 15" descr="스크린샷, 소프트웨어, 멀티미디어 소프트웨어, 텍스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99B0DF1-D19C-C66C-3307-C0C8F9901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22109" y="5840848"/>
              <a:ext cx="4217394" cy="209416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2DB600A-4A80-1053-E153-D9CEBD8511B4}"/>
                </a:ext>
              </a:extLst>
            </p:cNvPr>
            <p:cNvSpPr txBox="1"/>
            <p:nvPr/>
          </p:nvSpPr>
          <p:spPr>
            <a:xfrm>
              <a:off x="2770004" y="7827294"/>
              <a:ext cx="169950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>
                  <a:latin typeface="+mn-ea"/>
                </a:rPr>
                <a:t>[</a:t>
              </a:r>
              <a:r>
                <a:rPr kumimoji="1" lang="ko-KR" altLang="en-US" sz="800" dirty="0">
                  <a:latin typeface="+mn-ea"/>
                </a:rPr>
                <a:t>그림 </a:t>
              </a:r>
              <a:r>
                <a:rPr kumimoji="1" lang="en-US" altLang="ko-KR" sz="800" dirty="0">
                  <a:latin typeface="+mn-ea"/>
                </a:rPr>
                <a:t>2]</a:t>
              </a:r>
              <a:r>
                <a:rPr kumimoji="1" lang="ko-KR" altLang="en-US" sz="800" dirty="0">
                  <a:latin typeface="+mn-ea"/>
                </a:rPr>
                <a:t> 개선 후 </a:t>
              </a:r>
              <a:r>
                <a:rPr kumimoji="1" lang="en-US" altLang="ko-KR" sz="800" dirty="0">
                  <a:latin typeface="+mn-ea"/>
                </a:rPr>
                <a:t>Firefox Profiling</a:t>
              </a:r>
              <a:endParaRPr kumimoji="1" lang="ko-KR" altLang="en-US" sz="8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159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119</Words>
  <Application>Microsoft Macintosh PowerPoint</Application>
  <PresentationFormat>A4 용지(210x297mm)</PresentationFormat>
  <Paragraphs>18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종민 이</dc:creator>
  <cp:lastModifiedBy>종민 이</cp:lastModifiedBy>
  <cp:revision>9</cp:revision>
  <dcterms:created xsi:type="dcterms:W3CDTF">2025-12-09T00:31:47Z</dcterms:created>
  <dcterms:modified xsi:type="dcterms:W3CDTF">2025-12-09T00:55:27Z</dcterms:modified>
</cp:coreProperties>
</file>